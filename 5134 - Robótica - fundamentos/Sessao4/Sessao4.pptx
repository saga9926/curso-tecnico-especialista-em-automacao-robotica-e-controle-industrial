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806" r:id="rId3"/>
    <p:sldId id="780" r:id="rId4"/>
    <p:sldId id="790" r:id="rId5"/>
    <p:sldId id="538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BB8CE-1FBD-423E-A639-720AE858BEA2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64000-E09D-431B-8B28-44DF8540A6D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07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64000-E09D-431B-8B28-44DF8540A6D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18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BCA56-E5BD-4442-3E31-F37744F50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2F13BE-481A-C3EF-5740-2608BDD4E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E3D182-9525-602C-D787-1ABD1F58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65D15A9-8042-1971-7E5D-42E926EC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1925845-547F-2564-9DE2-BEFADCB9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1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11E6B-B981-6FEE-58F4-C987631B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DF3B692-8845-7C29-4D41-9513A49F1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C6BA164-7D6E-3994-6F29-9E2AAC3D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33E5D-4BC5-DABB-CD36-4B84500DD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F987ED8-6490-5E2D-B05E-9DD7CBF0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92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2D72A-27E0-99B8-6AE1-DAE38C1C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C6D1122-49AA-DC26-8362-1FEE33942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D3800CD-F99E-1005-179A-7737C971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295132D-F4E1-95F9-065F-A2C90B2B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CD8EC45-E85F-915E-E496-3430C2A7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43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F3E1C-CED8-E230-B15B-9F28A9B7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96F8048-5505-3E3C-221E-EE22F9243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FB291C5-F3B0-87B2-8905-4D7937A3D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5FEAA0-A58F-F418-B029-9BAB786C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E70D2C0-344C-3C01-55CD-BE41721D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3FB6CD5-EBA3-12C5-7403-2D89DF54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78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CC66A-EE98-7A1D-4F5F-06088DAB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6C20916-0469-F4FA-3D2F-82A58383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790FCCD-22C8-EDB9-67D4-7A719CCA3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77E5FAD-C596-34A4-EC37-09036CD0C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A6CB16B-EEC5-3D60-C6AB-F0DCFAC286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E1F8581-3300-A37F-B368-313DEA85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1204A27-B3D1-5ABC-F96F-EDADFC32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DDBF9AD-38FD-9552-F4C3-2867B58D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15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3F384-9FBD-9D00-C5CC-03085D6F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6BA2BA5-0484-089E-4748-3F460FF4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945E3C9-D282-7BEC-A646-AFD2DCC2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C1F4C1E-ED7E-90A8-5F0A-8F09E8AD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21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D6E10C2-6361-B277-D1CD-FC6868DA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47CF82C-1160-C0E7-CFDA-2AB9FBF4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D59572E-A585-C164-4296-B7D6888A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28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39607-9B4F-2CE9-A8E3-E9F1356D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0AF9ED-60D0-B581-D9AE-4BDD08734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EB574B7-04C0-25B2-DA45-9516507D4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03FF4E3-D438-2FE3-199C-87E790A8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C638A44-95AF-C50C-566D-364A2711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71D28E7-55C3-2791-AB1C-0F2F911E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3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46DF5-6638-84F5-A6F5-0FA219DF9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F17F80C-6374-0E85-5460-8A696389D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D0A7965-D051-9A17-BD23-8167630A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CB7CC16-091A-07C3-F70F-CCA1AEA6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ECC6D3E-CEEB-A872-02D0-C1C4021F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5A9A01-8CB5-8C15-A47F-9BDC15CA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27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0E256-DCB4-7C9F-E88C-D0F34CD4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F636C42-0FBF-D4A9-F9F2-F2C9B1E4D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5DF1B14-C5CF-321C-AE27-F0F30C95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CFA5B82-4E23-8A48-AFDB-3EA92453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1EE6A4C-B071-4AFF-BF8B-6A267636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12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4F80D8-315C-0545-B95C-4EE475FBB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2024AEA-2D7D-7FAC-860B-53DFDFFDC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3805A4-5A53-BECA-60A3-EB3D8929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9D2C37A-8805-C717-0041-A4D2256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0C8A22C-86F1-518F-975A-5CE924B2E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5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A0951BA-67CD-C658-51F7-92C4D7DA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737E7F0-EB4D-315E-846A-08DA2E36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276D71-7CC7-901C-2C0B-7B9F99844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6AED7-94E9-4B11-82C2-99FC6B161FBC}" type="datetimeFigureOut">
              <a:rPr lang="en-GB" smtClean="0"/>
              <a:t>12/04/2024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E5BF74C-2C13-A1E3-1E39-166E10C0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B0F5CC-C2B2-6096-C8F0-B5E161DC1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6089D-90A1-4BC6-A9FB-C6644F08AAD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86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3F0F6F-29B1-1FED-69C7-BF1FACF9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93" y="2404526"/>
            <a:ext cx="11016414" cy="204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9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B2C8A5F-C4C0-AA23-2280-18573ED1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" y="2673713"/>
            <a:ext cx="12029146" cy="3786414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15E19E0-D48A-44B2-20EF-0FCD2908DD19}"/>
              </a:ext>
            </a:extLst>
          </p:cNvPr>
          <p:cNvSpPr/>
          <p:nvPr/>
        </p:nvSpPr>
        <p:spPr>
          <a:xfrm>
            <a:off x="3059852" y="3209930"/>
            <a:ext cx="6648352" cy="41739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F18F93-24D5-E462-7CAC-92EA45DEA241}"/>
              </a:ext>
            </a:extLst>
          </p:cNvPr>
          <p:cNvSpPr/>
          <p:nvPr/>
        </p:nvSpPr>
        <p:spPr>
          <a:xfrm>
            <a:off x="3059852" y="2794851"/>
            <a:ext cx="6988820" cy="389299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BCB3142-AB2B-FD32-E105-C4317837C476}"/>
              </a:ext>
            </a:extLst>
          </p:cNvPr>
          <p:cNvSpPr/>
          <p:nvPr/>
        </p:nvSpPr>
        <p:spPr>
          <a:xfrm>
            <a:off x="3059852" y="3709674"/>
            <a:ext cx="6648352" cy="38929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EC04557-42AB-F327-AC8D-34E492591306}"/>
              </a:ext>
            </a:extLst>
          </p:cNvPr>
          <p:cNvSpPr/>
          <p:nvPr/>
        </p:nvSpPr>
        <p:spPr>
          <a:xfrm>
            <a:off x="3059851" y="4131808"/>
            <a:ext cx="9050721" cy="435577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AF3872F-FEB7-C332-C0B0-726EF55D7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187" y="3692176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F7F81DA-9636-CE9B-2798-E709A1188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602" y="4577797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EC216EC-3FD6-6678-3603-771D2B525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767" y="5557068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F549C4D-38E0-3264-8AB6-8215E5913B42}"/>
              </a:ext>
            </a:extLst>
          </p:cNvPr>
          <p:cNvSpPr/>
          <p:nvPr/>
        </p:nvSpPr>
        <p:spPr>
          <a:xfrm>
            <a:off x="3059850" y="4612734"/>
            <a:ext cx="6307885" cy="389299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27D2348-F931-B08B-49A9-9D65C6FAB566}"/>
              </a:ext>
            </a:extLst>
          </p:cNvPr>
          <p:cNvSpPr/>
          <p:nvPr/>
        </p:nvSpPr>
        <p:spPr>
          <a:xfrm>
            <a:off x="3033213" y="5058009"/>
            <a:ext cx="7842310" cy="389299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65687D8-183D-8650-F3CE-51681EA49E4E}"/>
              </a:ext>
            </a:extLst>
          </p:cNvPr>
          <p:cNvSpPr/>
          <p:nvPr/>
        </p:nvSpPr>
        <p:spPr>
          <a:xfrm>
            <a:off x="3033213" y="5543893"/>
            <a:ext cx="5925961" cy="38929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8B79B1A-131A-EA35-BAC9-03DA36DEB0CC}"/>
              </a:ext>
            </a:extLst>
          </p:cNvPr>
          <p:cNvSpPr/>
          <p:nvPr/>
        </p:nvSpPr>
        <p:spPr>
          <a:xfrm>
            <a:off x="3029161" y="6015538"/>
            <a:ext cx="8644030" cy="38929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96F8CD-1073-7552-8048-6912F18A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50" y="182253"/>
            <a:ext cx="10476689" cy="985899"/>
          </a:xfrm>
        </p:spPr>
        <p:txBody>
          <a:bodyPr>
            <a:noAutofit/>
          </a:bodyPr>
          <a:lstStyle/>
          <a:p>
            <a:pPr algn="ctr"/>
            <a:r>
              <a:rPr lang="pt-PT" sz="4000" b="1" dirty="0">
                <a:solidFill>
                  <a:schemeClr val="accent6"/>
                </a:solidFill>
              </a:rPr>
              <a:t>Objetivos</a:t>
            </a:r>
            <a:r>
              <a:rPr lang="pt-PT" sz="4000" dirty="0"/>
              <a:t> a cumprir para atingir o </a:t>
            </a:r>
            <a:r>
              <a:rPr lang="pt-PT" sz="4000" b="1" dirty="0">
                <a:solidFill>
                  <a:schemeClr val="accent6"/>
                </a:solidFill>
              </a:rPr>
              <a:t>Perfil de Saída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88EC4D-693E-87DF-E952-1544BFF49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913" y="3255279"/>
            <a:ext cx="344969" cy="3267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3B6E436-9A47-9F58-D8A4-F978A17FC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270" y="6016443"/>
            <a:ext cx="344969" cy="3267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2029825-DC5D-71BD-D17F-71B9DEBFA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324" y="2791882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EDADA2F-179C-2B5B-760C-69E7F9499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737" y="4648802"/>
            <a:ext cx="344970" cy="34019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F9B4E91-45E4-EB49-2434-CC80F0D4B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624" y="5089308"/>
            <a:ext cx="344969" cy="32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3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8B7077E-E02F-91C4-4A68-758BD083C252}"/>
              </a:ext>
            </a:extLst>
          </p:cNvPr>
          <p:cNvSpPr txBox="1">
            <a:spLocks/>
          </p:cNvSpPr>
          <p:nvPr/>
        </p:nvSpPr>
        <p:spPr>
          <a:xfrm>
            <a:off x="400455" y="389265"/>
            <a:ext cx="5552873" cy="3023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chemeClr val="accent2"/>
                </a:solidFill>
              </a:rPr>
              <a:t>Exercício</a:t>
            </a:r>
            <a:r>
              <a:rPr lang="pt-PT" sz="3200" b="1" dirty="0"/>
              <a:t>:</a:t>
            </a:r>
          </a:p>
          <a:p>
            <a:pPr>
              <a:lnSpc>
                <a:spcPct val="150000"/>
              </a:lnSpc>
            </a:pPr>
            <a:r>
              <a:rPr lang="pt-PT" sz="3200" b="1" dirty="0"/>
              <a:t>6. Desenha o perfil de alumínio. </a:t>
            </a:r>
          </a:p>
        </p:txBody>
      </p:sp>
      <p:pic>
        <p:nvPicPr>
          <p:cNvPr id="3074" name="Picture 2" descr="AST05005004 1">
            <a:extLst>
              <a:ext uri="{FF2B5EF4-FFF2-40B4-BE49-F238E27FC236}">
                <a16:creationId xmlns:a16="http://schemas.microsoft.com/office/drawing/2014/main" id="{A5C49FFB-80F5-624A-CE79-B4FB3B09E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22903"/>
            <a:ext cx="5432899" cy="543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DA0F64F-5FB6-22FE-0F34-0272F1365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192" y="3090781"/>
            <a:ext cx="2787612" cy="251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1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0B803E-F3E2-DF21-52F0-CAE1B466971F}"/>
              </a:ext>
            </a:extLst>
          </p:cNvPr>
          <p:cNvSpPr/>
          <p:nvPr/>
        </p:nvSpPr>
        <p:spPr>
          <a:xfrm>
            <a:off x="262648" y="1254868"/>
            <a:ext cx="11659296" cy="5028237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95D7A8-8994-F538-BA08-7B64B3D4825F}"/>
              </a:ext>
            </a:extLst>
          </p:cNvPr>
          <p:cNvSpPr txBox="1">
            <a:spLocks/>
          </p:cNvSpPr>
          <p:nvPr/>
        </p:nvSpPr>
        <p:spPr>
          <a:xfrm>
            <a:off x="460953" y="170746"/>
            <a:ext cx="11270093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Que novos tópicos e conceitos aprendeu? </a:t>
            </a:r>
            <a:endParaRPr lang="en-GB" sz="4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575CD89-8A6C-90AE-0881-8F8AC9398BF6}"/>
              </a:ext>
            </a:extLst>
          </p:cNvPr>
          <p:cNvSpPr txBox="1">
            <a:spLocks/>
          </p:cNvSpPr>
          <p:nvPr/>
        </p:nvSpPr>
        <p:spPr>
          <a:xfrm>
            <a:off x="1128919" y="1480737"/>
            <a:ext cx="10174621" cy="947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…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735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F307290-326B-2013-7E7C-0E071A6C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7478" y="652461"/>
            <a:ext cx="2911254" cy="1293421"/>
          </a:xfrm>
        </p:spPr>
        <p:txBody>
          <a:bodyPr>
            <a:normAutofit/>
          </a:bodyPr>
          <a:lstStyle/>
          <a:p>
            <a:r>
              <a:rPr lang="pt-PT" sz="6000" b="1" dirty="0"/>
              <a:t>Dúvidas</a:t>
            </a: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9D97ED8-74C4-589A-40DA-9990EF91EAB8}"/>
              </a:ext>
            </a:extLst>
          </p:cNvPr>
          <p:cNvSpPr/>
          <p:nvPr/>
        </p:nvSpPr>
        <p:spPr>
          <a:xfrm>
            <a:off x="4861711" y="2272420"/>
            <a:ext cx="2192710" cy="2553077"/>
          </a:xfrm>
          <a:custGeom>
            <a:avLst/>
            <a:gdLst>
              <a:gd name="connsiteX0" fmla="*/ 0 w 2192710"/>
              <a:gd name="connsiteY0" fmla="*/ 174451 h 2854277"/>
              <a:gd name="connsiteX1" fmla="*/ 2181885 w 2192710"/>
              <a:gd name="connsiteY1" fmla="*/ 201612 h 2854277"/>
              <a:gd name="connsiteX2" fmla="*/ 869133 w 2192710"/>
              <a:gd name="connsiteY2" fmla="*/ 2202428 h 2854277"/>
              <a:gd name="connsiteX3" fmla="*/ 1566249 w 2192710"/>
              <a:gd name="connsiteY3" fmla="*/ 2854277 h 285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710" h="2854277">
                <a:moveTo>
                  <a:pt x="0" y="174451"/>
                </a:moveTo>
                <a:cubicBezTo>
                  <a:pt x="1018515" y="19033"/>
                  <a:pt x="2037030" y="-136384"/>
                  <a:pt x="2181885" y="201612"/>
                </a:cubicBezTo>
                <a:cubicBezTo>
                  <a:pt x="2326740" y="539608"/>
                  <a:pt x="971739" y="1760317"/>
                  <a:pt x="869133" y="2202428"/>
                </a:cubicBezTo>
                <a:cubicBezTo>
                  <a:pt x="766527" y="2644539"/>
                  <a:pt x="1448554" y="2692824"/>
                  <a:pt x="1566249" y="285427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7AEC38-0DED-5091-33C7-F4C58D010037}"/>
              </a:ext>
            </a:extLst>
          </p:cNvPr>
          <p:cNvSpPr/>
          <p:nvPr/>
        </p:nvSpPr>
        <p:spPr>
          <a:xfrm>
            <a:off x="6283105" y="5341545"/>
            <a:ext cx="298764" cy="2172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659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</TotalTime>
  <Words>29</Words>
  <Application>Microsoft Office PowerPoint</Application>
  <PresentationFormat>Ecrã Panorâmico</PresentationFormat>
  <Paragraphs>7</Paragraphs>
  <Slides>5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Tema do Office</vt:lpstr>
      <vt:lpstr>Apresentação do PowerPoint</vt:lpstr>
      <vt:lpstr>Objetivos a cumprir para atingir o Perfil de Saída</vt:lpstr>
      <vt:lpstr>Apresentação do PowerPoint</vt:lpstr>
      <vt:lpstr>Apresentação do PowerPoint</vt:lpstr>
      <vt:lpstr>Dúvidas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Miguel Barbosa LikeWise Pro</dc:creator>
  <cp:lastModifiedBy>Miguel Barbosa LikeWise Pro</cp:lastModifiedBy>
  <cp:revision>1523</cp:revision>
  <dcterms:created xsi:type="dcterms:W3CDTF">2023-10-03T13:09:22Z</dcterms:created>
  <dcterms:modified xsi:type="dcterms:W3CDTF">2024-04-12T09:48:34Z</dcterms:modified>
</cp:coreProperties>
</file>